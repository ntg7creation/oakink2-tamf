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2a9c71fd54336" /><Relationship Type="http://schemas.openxmlformats.org/officeDocument/2006/relationships/extended-properties" Target="/docProps/app.xml" Id="R02c70bde38d44850" /><Relationship Type="http://schemas.openxmlformats.org/officeDocument/2006/relationships/officeDocument" Target="/ppt/presentation.xml" Id="Rd6c9ed74c3b444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9bfc335b5b4729"/>
  </p:sldMasterIdLst>
  <p:notesMasterIdLst>
    <p:notesMasterId xmlns:r="http://schemas.openxmlformats.org/officeDocument/2006/relationships" r:id="R73c4873ebb6e4277"/>
  </p:notesMasterIdLst>
  <p:sldIdLst>
    <p:sldId xmlns:r="http://schemas.openxmlformats.org/officeDocument/2006/relationships" id="256" r:id="R227e10558b5646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5c4af5e4954e23" /><Relationship Type="http://schemas.openxmlformats.org/officeDocument/2006/relationships/slideMaster" Target="/ppt/slideMasters/slideMaster1.xml" Id="Rc09bfc335b5b4729" /><Relationship Type="http://schemas.openxmlformats.org/officeDocument/2006/relationships/notesMaster" Target="/ppt/notesMasters/notesMaster1.xml" Id="R73c4873ebb6e4277" /><Relationship Type="http://schemas.openxmlformats.org/officeDocument/2006/relationships/presProps" Target="/ppt/presProps.xml" Id="R04d5b16a4c1141a4" /><Relationship Type="http://schemas.openxmlformats.org/officeDocument/2006/relationships/tableStyles" Target="/ppt/tableStyles.xml" Id="Rfdd31da5324a4fb9" /><Relationship Type="http://schemas.openxmlformats.org/officeDocument/2006/relationships/slide" Target="/ppt/slides/slide1.xml" Id="R227e10558b56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06702b0a60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aae9a0d0d445fc" /><Relationship Type="http://schemas.openxmlformats.org/officeDocument/2006/relationships/notesMaster" Target="/ppt/notesMasters/notesMaster1.xml" Id="R4d4ceb4f64de45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descriptive normalization, not an established metric called PCET. For motion i, CET_i is original signed anatomical bend MAE on one shared constrained DTW path. D_i is GT mean absolute flexion over15 joints and original valid frames. Proposed batch PCET=100*sum CET_i/sum D_i=30.021255929523093%. This is ratio of batch means; averaging individual ratios would instead give32.26139997591723%. It compares angular magnitudes with different temporal weighting and is not fraction of movement lost. Mean original CET9.965959984933022 degrees, not9.97percent. Define rate A_i=mean of15 joint summed absolute angular changes divided by duration. NAE_rate=100*sum abs(A_pred_i-A_GT_i)/sum A_GT_i=37.50328144714692%. Numerator mean1.9790365483315997degrees/s, reference mean5.276969033018193degrees/s. Absolute values prevent cancellation of overactivity and underactivity. Zero NAE means each motion scalar activity rate exactly matches GT, so all scatter points lie on the diagonal; it does not imply correct curl trajectories. Both scores need positive batch denominators; per-motion zero reference would require explicit policy rather than silently adding epsilon. With motion552 omitted, activity NAE32.61907732012305%, PCET29.40595758763186%. Motion552 lasts.225s and influences rate-based aggregation. Duration normalization supports variable clip lengths but remains sensitive to sampling and short clips. Definitions should be frozen before model comparison. Sources: common/partial_batch/test_one__0399/cet/20261006T015545971089Z/motions.json; Scripts/evaluate_cet.py. Recorded analysis/normalized_benchmarks.json and build/normalized_figure.py. Partial batch91 unique motions from20 source sequences; no model evaluation rerun.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ec5694d5f4d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61e396170f4def" /><Relationship Type="http://schemas.openxmlformats.org/officeDocument/2006/relationships/slideLayout" Target="/ppt/slideLayouts/slideLayout1.xml" Id="Rff0a1842fac24c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0a1842fac24c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aca013d5c4ff0" /><Relationship Type="http://schemas.openxmlformats.org/officeDocument/2006/relationships/image" Target="/ppt/media/image.png" Id="Rbe097d2b6eca4e11" /><Relationship Type="http://schemas.openxmlformats.org/officeDocument/2006/relationships/notesSlide" Target="/ppt/notesSlides/notesSlide1.xml" Id="R720a3940951d4a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C1BBD-7BCB-485A-B4C3-839ACF2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Thesis objective Reduce finger articulation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CF0CE-4F0C-45FE-B37B-D8488C3A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287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Relative curl error (PCET)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C3DCF-E36D-4747-9996-A9C4CCA0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963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96330"/>
                </a:solidFill>
                <a:latin typeface="Arial"/>
                <a:ea typeface="Arial"/>
                <a:cs typeface="Arial"/>
              </a:rPr>
              <a:t>30.02% → 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35471-F493-454B-A04B-E798CEB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3D"/>
                </a:solidFill>
                <a:latin typeface="Arial"/>
                <a:ea typeface="Arial"/>
                <a:cs typeface="Arial"/>
              </a:rPr>
              <a:t>Reproduce reference finger bend more accurately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74F07-61AB-4EBF-B214-93FB8E6B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287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Normalized activity rate error (NAE)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FD049-FB17-4951-805B-8EB7F188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963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96330"/>
                </a:solidFill>
                <a:latin typeface="Arial"/>
                <a:ea typeface="Arial"/>
                <a:cs typeface="Arial"/>
              </a:rPr>
              <a:t>37.50% → 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E4F00-1BA2-4259-AF02-3D146C0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717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3D"/>
                </a:solidFill>
                <a:latin typeface="Arial"/>
                <a:ea typeface="Arial"/>
                <a:cs typeface="Arial"/>
              </a:rPr>
              <a:t>Match the amount of reference activity per second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97d2b6eca4e11"/>
          <a:stretch xmlns:a="http://schemas.openxmlformats.org/drawingml/2006/main"/>
        </p:blipFill>
        <p:spPr>
          <a:xfrm xmlns:a="http://schemas.openxmlformats.org/drawingml/2006/main">
            <a:off x="954850" y="2990850"/>
            <a:ext cx="10187050" cy="2324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16D62-7DC8-454D-ADE8-69241B81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Reduce aligned finger-flexion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33A3A-6E90-4A0F-8AF7-DFECA773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340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Reduce overactivity and underactivity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EA941-0B7B-45C1-998A-2B4D2A9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Reduce both errors while preserving the intended motion and interaction.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FE518-56B2-4F3A-88C9-F5F6999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0"/>
                </a:solidFill>
                <a:latin typeface="Arial"/>
                <a:ea typeface="Arial"/>
                <a:cs typeface="Arial"/>
              </a:rPr>
              <a:t>Proposed normalizations, 91 motions. PCET describes relative angular error, not a fraction of movement lost.</a:t>
            </a:r>
          </a:p>
        </p:txBody>
      </p:sp>
    </p:spTree>
    <p:extLst>
      <p:ext uri="{BB962C8B-B14F-4D97-AF65-F5344CB8AC3E}">
        <p14:creationId xmlns:p14="http://schemas.microsoft.com/office/powerpoint/2010/main" val="284231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2026-10-06T05:08:18.0650000Z</dcterms:created>
  <dcterms:modified xsi:type="dcterms:W3CDTF">2026-10-06T05:08:18.0650000Z</dcterms:modified>
</coreProperties>
</file>
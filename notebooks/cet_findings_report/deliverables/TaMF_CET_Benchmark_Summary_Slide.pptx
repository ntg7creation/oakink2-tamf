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36377a66564563" /><Relationship Type="http://schemas.openxmlformats.org/officeDocument/2006/relationships/extended-properties" Target="/docProps/app.xml" Id="R7d5e4b1440264a1c" /><Relationship Type="http://schemas.openxmlformats.org/officeDocument/2006/relationships/officeDocument" Target="/ppt/presentation.xml" Id="R0d48ccfbfd3641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6d0dfeb0f54dca"/>
  </p:sldMasterIdLst>
  <p:notesMasterIdLst>
    <p:notesMasterId xmlns:r="http://schemas.openxmlformats.org/officeDocument/2006/relationships" r:id="R699f7c1470494fa7"/>
  </p:notesMasterIdLst>
  <p:sldIdLst>
    <p:sldId xmlns:r="http://schemas.openxmlformats.org/officeDocument/2006/relationships" id="256" r:id="Rcfaa2f0004d946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6726dc3d4a432b" /><Relationship Type="http://schemas.openxmlformats.org/officeDocument/2006/relationships/slideMaster" Target="/ppt/slideMasters/slideMaster1.xml" Id="R216d0dfeb0f54dca" /><Relationship Type="http://schemas.openxmlformats.org/officeDocument/2006/relationships/notesMaster" Target="/ppt/notesMasters/notesMaster1.xml" Id="R699f7c1470494fa7" /><Relationship Type="http://schemas.openxmlformats.org/officeDocument/2006/relationships/presProps" Target="/ppt/presProps.xml" Id="R369e6e7a2902454b" /><Relationship Type="http://schemas.openxmlformats.org/officeDocument/2006/relationships/tableStyles" Target="/ppt/tableStyles.xml" Id="R1c4b84c7930d47c3" /><Relationship Type="http://schemas.openxmlformats.org/officeDocument/2006/relationships/slide" Target="/ppt/slides/slide1.xml" Id="Rcfaa2f0004d946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fb1217e65a48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1af0dc275242d9" /><Relationship Type="http://schemas.openxmlformats.org/officeDocument/2006/relationships/notesMaster" Target="/ppt/notesMasters/notesMaster1.xml" Id="Rd4c878c608ec4a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CET means Curl Error with Time Alignment, not CT. Primary benchmark: mean CET 9.965959984933022 degrees across the 91 final-output motions in common/partial_batch/test_one__0399/cet/20261006T015545971089Z. Additional analysis: for each motion, take the absolute difference between prediction and GT whole-hand variation_degrees_per_second, then average equally over motions. Mean activity rate mismatch = 1.9790365483316004 degrees/s. Whole-hand rate is the mean of the 15 joint total-variation/duration values. Both target errors have ideal value zero. Do not reduce the amount of activity itself: predictions often have less activity than GT already. Matching a scalar activity rate cannot establish trajectory correctness; CET and interaction checks remain necessary. Same valid frames and duration for each paired motion. Plot shows motion-level rate descriptors, not DTW aligned rates. Sources: saved motions.json, summary.json, evaluator Scripts/evaluate_cet.py. New analysis reproduced by build/summary_figure.py and recorded in analysis/summary_slide_metrics.json. Partial evaluation batch, not entire OakInk2 test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3c2eb11cdd47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f781c8e5e648be" /><Relationship Type="http://schemas.openxmlformats.org/officeDocument/2006/relationships/slideLayout" Target="/ppt/slideLayouts/slideLayout1.xml" Id="R941c85d034a744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1c85d034a744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073ef51c4f44a1" /><Relationship Type="http://schemas.openxmlformats.org/officeDocument/2006/relationships/image" Target="/ppt/media/image.png" Id="R8e698052ff2c4be3" /><Relationship Type="http://schemas.openxmlformats.org/officeDocument/2006/relationships/notesSlide" Target="/ppt/notesSlides/notesSlide1.xml" Id="R25e3b1214c464f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1064E-132B-4CD2-8A91-6F7AAD8B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F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2F3D"/>
                </a:solidFill>
                <a:latin typeface="Arial"/>
                <a:ea typeface="Arial"/>
                <a:cs typeface="Arial"/>
              </a:rPr>
              <a:t>CET benchmark and thesis targets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93A1EB-9733-486A-8A8A-AAD7AC92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90625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2F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2F3D"/>
                </a:solidFill>
                <a:latin typeface="Arial"/>
                <a:ea typeface="Arial"/>
                <a:cs typeface="Arial"/>
              </a:rPr>
              <a:t>Mean CET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84A712-CCBB-44D2-9D54-24233861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28775"/>
            <a:ext cx="504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B827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B827E"/>
                </a:solidFill>
                <a:latin typeface="Arial"/>
                <a:ea typeface="Arial"/>
                <a:cs typeface="Arial"/>
              </a:rPr>
              <a:t>9.97°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C582B-02C0-49B3-A412-A064422A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190625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2F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2F3D"/>
                </a:solidFill>
                <a:latin typeface="Arial"/>
                <a:ea typeface="Arial"/>
                <a:cs typeface="Arial"/>
              </a:rPr>
              <a:t>Mean activity rate mismatch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DFDFE3-214D-4C3E-A89B-4C515F2D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28775"/>
            <a:ext cx="504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B827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B827E"/>
                </a:solidFill>
                <a:latin typeface="Arial"/>
                <a:ea typeface="Arial"/>
                <a:cs typeface="Arial"/>
              </a:rPr>
              <a:t>1.98°/s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698052ff2c4be3"/>
          <a:stretch xmlns:a="http://schemas.openxmlformats.org/drawingml/2006/main"/>
        </p:blipFill>
        <p:spPr>
          <a:xfrm xmlns:a="http://schemas.openxmlformats.org/drawingml/2006/main">
            <a:off x="1244298" y="2324100"/>
            <a:ext cx="9608155" cy="2952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164D1-09F7-40B7-890F-438645A2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102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B827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B827E"/>
                </a:solidFill>
                <a:latin typeface="Arial"/>
                <a:ea typeface="Arial"/>
                <a:cs typeface="Arial"/>
              </a:rPr>
              <a:t>Goal: reduce aligned curl error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837414-5504-42AA-8413-D77AE452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4102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B827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B827E"/>
                </a:solidFill>
                <a:latin typeface="Arial"/>
                <a:ea typeface="Arial"/>
                <a:cs typeface="Arial"/>
              </a:rPr>
              <a:t>Goal: match the reference activity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FA91B-77C5-4DBB-94E2-76ED93A3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1502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F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2F3D"/>
                </a:solidFill>
                <a:latin typeface="Arial"/>
                <a:ea typeface="Arial"/>
                <a:cs typeface="Arial"/>
              </a:rPr>
              <a:t>Reduce both errors while preserving the intended motion and interaction.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AD4E7C-0DFD-49D3-9F05-6F7E32EA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70"/>
                </a:solidFill>
                <a:latin typeface="Arial"/>
                <a:ea typeface="Arial"/>
                <a:cs typeface="Arial"/>
              </a:rPr>
              <a:t>Activity mismatch = mean absolute output–GT rate difference (additional analysis). Partial batch: 91 motions.</a:t>
            </a:r>
          </a:p>
        </p:txBody>
      </p:sp>
    </p:spTree>
    <p:extLst>
      <p:ext uri="{BB962C8B-B14F-4D97-AF65-F5344CB8AC3E}">
        <p14:creationId xmlns:p14="http://schemas.microsoft.com/office/powerpoint/2010/main" val="6998035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2026-10-06T04:56:28.1980000Z</dcterms:created>
  <dcterms:modified xsi:type="dcterms:W3CDTF">2026-10-06T04:56:28.1980000Z</dcterms:modified>
</coreProperties>
</file>
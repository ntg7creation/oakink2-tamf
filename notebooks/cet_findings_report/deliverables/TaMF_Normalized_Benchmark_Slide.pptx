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f961f5c5be46a0" /><Relationship Type="http://schemas.openxmlformats.org/officeDocument/2006/relationships/extended-properties" Target="/docProps/app.xml" Id="R57efc15442644d02" /><Relationship Type="http://schemas.openxmlformats.org/officeDocument/2006/relationships/officeDocument" Target="/ppt/presentation.xml" Id="R91c6dd75d1cb44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065633a4242a9"/>
  </p:sldMasterIdLst>
  <p:notesMasterIdLst>
    <p:notesMasterId xmlns:r="http://schemas.openxmlformats.org/officeDocument/2006/relationships" r:id="R98ce7e33573a4118"/>
  </p:notesMasterIdLst>
  <p:sldIdLst>
    <p:sldId xmlns:r="http://schemas.openxmlformats.org/officeDocument/2006/relationships" id="256" r:id="R2ff045485cd84a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eccbec4874f67" /><Relationship Type="http://schemas.openxmlformats.org/officeDocument/2006/relationships/slideMaster" Target="/ppt/slideMasters/slideMaster1.xml" Id="R59f065633a4242a9" /><Relationship Type="http://schemas.openxmlformats.org/officeDocument/2006/relationships/notesMaster" Target="/ppt/notesMasters/notesMaster1.xml" Id="R98ce7e33573a4118" /><Relationship Type="http://schemas.openxmlformats.org/officeDocument/2006/relationships/presProps" Target="/ppt/presProps.xml" Id="Rafb90259383e4bc5" /><Relationship Type="http://schemas.openxmlformats.org/officeDocument/2006/relationships/tableStyles" Target="/ppt/tableStyles.xml" Id="Rec881522317d488c" /><Relationship Type="http://schemas.openxmlformats.org/officeDocument/2006/relationships/slide" Target="/ppt/slides/slide1.xml" Id="R2ff045485cd8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a7a7cd61554b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b466c0b43545ee" /><Relationship Type="http://schemas.openxmlformats.org/officeDocument/2006/relationships/notesMaster" Target="/ppt/notesMasters/notesMaster1.xml" Id="R1efdf5cc1e62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descriptive normalization, not an established metric called PCET. For motion i, CET_i is original signed anatomical bend MAE on one shared constrained DTW path. D_i is GT mean absolute flexion over15 joints and original valid frames. Proposed batch PCET=100*sum CET_i/sum D_i=30.021255929523093%. This is ratio of batch means; averaging individual ratios would instead give32.26139997591723%. It compares angular magnitudes with different temporal weighting and is not fraction of movement lost. Mean original CET9.965959984933022 degrees, not9.97percent. Define rate A_i=mean of15 joint summed absolute angular changes divided by duration. NAE_rate=100*sum abs(A_pred_i-A_GT_i)/sum A_GT_i=37.50328144714692%. Numerator mean1.9790365483315997degrees/s, reference mean5.276969033018193degrees/s. Absolute values prevent cancellation of overactivity and underactivity. Zero NAE means each motion scalar activity rate exactly matches GT, so all scatter points lie on the diagonal; it does not imply correct curl trajectories. Both scores need positive batch denominators; per-motion zero reference would require explicit policy rather than silently adding epsilon. With motion552 omitted, activity NAE32.61907732012305%, PCET29.40595758763186%. Motion552 lasts.225s and influences rate-based aggregation. Duration normalization supports variable clip lengths but remains sensitive to sampling and short clips. Definitions should be frozen before model comparison. Sources: common/partial_batch/test_one__0399/cet/20261006T015545971089Z/motions.json; Scripts/evaluate_cet.py. Recorded analysis/normalized_benchmarks.json and build/normalized_figure.py. Partial batch91 unique motions from20 source sequences; no model evaluation rerun.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0daf695864e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5b73055604713" /><Relationship Type="http://schemas.openxmlformats.org/officeDocument/2006/relationships/slideLayout" Target="/ppt/slideLayouts/slideLayout1.xml" Id="Rcd8d360c34bb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d360c34bb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d9f73424432c" /><Relationship Type="http://schemas.openxmlformats.org/officeDocument/2006/relationships/image" Target="/ppt/media/image.png" Id="R95cff81b929a40f7" /><Relationship Type="http://schemas.openxmlformats.org/officeDocument/2006/relationships/notesSlide" Target="/ppt/notesSlides/notesSlide1.xml" Id="R97b4a47c5c0b48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00990-6F01-49C3-B16A-513A332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Normalized benchmarks for finger articulation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6E7C2-7D84-4D1E-9326-16C72B0D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287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Relative curl error (PCET)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A9EDC-0CD1-4271-B44D-1F17F9A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B9633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96330"/>
                </a:solidFill>
                <a:latin typeface="Arial"/>
                <a:ea typeface="Arial"/>
                <a:cs typeface="Arial"/>
              </a:rPr>
              <a:t>30.02%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92150-2871-4D55-A943-7BE8AAA3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3D"/>
                </a:solidFill>
                <a:latin typeface="Arial"/>
                <a:ea typeface="Arial"/>
                <a:cs typeface="Arial"/>
              </a:rPr>
              <a:t>Mean CET 9.97° / mean GT flexion 33.20°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E2EA-64B0-4F63-92E3-D1087C3A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287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Normalized activity rate error (NAE)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4D0EF-0B66-4102-A618-A7BF778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B9633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96330"/>
                </a:solidFill>
                <a:latin typeface="Arial"/>
                <a:ea typeface="Arial"/>
                <a:cs typeface="Arial"/>
              </a:rPr>
              <a:t>37.50%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27917-4C88-4C5C-9653-D0C6D28A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717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2F3D"/>
                </a:solidFill>
                <a:latin typeface="Arial"/>
                <a:ea typeface="Arial"/>
                <a:cs typeface="Arial"/>
              </a:rPr>
              <a:t>Mean absolute rate gap 1.98°/s / GT 5.28°/s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ff81b929a40f7"/>
          <a:stretch xmlns:a="http://schemas.openxmlformats.org/drawingml/2006/main"/>
        </p:blipFill>
        <p:spPr>
          <a:xfrm xmlns:a="http://schemas.openxmlformats.org/drawingml/2006/main">
            <a:off x="954850" y="2990850"/>
            <a:ext cx="10187050" cy="2324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92CC5-FEDF-40AC-AE96-E7336B5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Goal: PCET approaches 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2E811-47A0-4A91-A2C9-023BF2DA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340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827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B827E"/>
                </a:solidFill>
                <a:latin typeface="Arial"/>
                <a:ea typeface="Arial"/>
                <a:cs typeface="Arial"/>
              </a:rPr>
              <a:t>Goal: activity rate error approaches 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55780-4DB3-44D4-A580-EC9ED27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674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F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F3D"/>
                </a:solidFill>
                <a:latin typeface="Arial"/>
                <a:ea typeface="Arial"/>
                <a:cs typeface="Arial"/>
              </a:rPr>
              <a:t>Reduce both errors while preserving the intended motion and interaction.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2D1F2-DF9F-41A9-8777-A1CC127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0"/>
                </a:solidFill>
                <a:latin typeface="Arial"/>
                <a:ea typeface="Arial"/>
                <a:cs typeface="Arial"/>
              </a:rPr>
              <a:t>Proposed normalizations, 91 motions. PCET describes relative angular error, not a fraction of movement lost.</a:t>
            </a:r>
          </a:p>
        </p:txBody>
      </p:sp>
    </p:spTree>
    <p:extLst>
      <p:ext uri="{BB962C8B-B14F-4D97-AF65-F5344CB8AC3E}">
        <p14:creationId xmlns:p14="http://schemas.microsoft.com/office/powerpoint/2010/main" val="106126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2026-10-06T05:06:24.3000000Z</dcterms:created>
  <dcterms:modified xsi:type="dcterms:W3CDTF">2026-10-06T05:06:24.3010000Z</dcterms:modified>
</coreProperties>
</file>